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PakistanLargestEcommerceDatasetviz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7E8A0194-92CB-4085-BA23-31E5F317D08F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gb">
                <a:hlinkClick r:id="rId6"/>
              </a:rPr>
              <a:t>Pakistan Largest Ecommerce Dataset viz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F88C612C-D09A-486B-9CF4-4E5ACD314F71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5/16/2026 8:42:12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9A1F6D2E-EC4C-4845-8432-50297662AA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1814"/>
            <a:ext cx="12192000" cy="509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2026-05-16T20:42:12Z</dcterms:created>
  <dcterms:modified xsi:type="dcterms:W3CDTF">2026-05-16T20:42:12Z</dcterms:modified>
</cp:coreProperties>
</file>